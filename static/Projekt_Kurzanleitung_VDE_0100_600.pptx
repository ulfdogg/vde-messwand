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BA1C64-2EF3-4C40-AAFE-6E3E7894EBF9}" v="4" dt="2025-11-18T15:34:49.6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92" autoAdjust="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69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 B" userId="17e3e34e62c482a4" providerId="LiveId" clId="{528C3BD9-52A2-4CD3-B069-DC861F0363D7}"/>
    <pc:docChg chg="undo custSel modSld">
      <pc:chgData name="J B" userId="17e3e34e62c482a4" providerId="LiveId" clId="{528C3BD9-52A2-4CD3-B069-DC861F0363D7}" dt="2025-11-18T15:45:00.254" v="202" actId="20577"/>
      <pc:docMkLst>
        <pc:docMk/>
      </pc:docMkLst>
      <pc:sldChg chg="addSp modSp mod">
        <pc:chgData name="J B" userId="17e3e34e62c482a4" providerId="LiveId" clId="{528C3BD9-52A2-4CD3-B069-DC861F0363D7}" dt="2025-11-18T15:29:11.764" v="41" actId="1076"/>
        <pc:sldMkLst>
          <pc:docMk/>
          <pc:sldMk cId="0" sldId="256"/>
        </pc:sldMkLst>
        <pc:spChg chg="mod">
          <ac:chgData name="J B" userId="17e3e34e62c482a4" providerId="LiveId" clId="{528C3BD9-52A2-4CD3-B069-DC861F0363D7}" dt="2025-11-18T15:29:00.039" v="38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J B" userId="17e3e34e62c482a4" providerId="LiveId" clId="{528C3BD9-52A2-4CD3-B069-DC861F0363D7}" dt="2025-11-18T15:29:04.906" v="39" actId="1076"/>
          <ac:spMkLst>
            <pc:docMk/>
            <pc:sldMk cId="0" sldId="256"/>
            <ac:spMk id="3" creationId="{00000000-0000-0000-0000-000000000000}"/>
          </ac:spMkLst>
        </pc:spChg>
        <pc:picChg chg="add mod">
          <ac:chgData name="J B" userId="17e3e34e62c482a4" providerId="LiveId" clId="{528C3BD9-52A2-4CD3-B069-DC861F0363D7}" dt="2025-11-18T15:29:09.125" v="40" actId="1076"/>
          <ac:picMkLst>
            <pc:docMk/>
            <pc:sldMk cId="0" sldId="256"/>
            <ac:picMk id="5" creationId="{ACF06780-1665-4D26-AE0E-5012E326285D}"/>
          </ac:picMkLst>
        </pc:picChg>
        <pc:picChg chg="add mod">
          <ac:chgData name="J B" userId="17e3e34e62c482a4" providerId="LiveId" clId="{528C3BD9-52A2-4CD3-B069-DC861F0363D7}" dt="2025-11-18T15:29:11.764" v="41" actId="1076"/>
          <ac:picMkLst>
            <pc:docMk/>
            <pc:sldMk cId="0" sldId="256"/>
            <ac:picMk id="7" creationId="{9874A8FC-DDD4-1556-7604-B53C32E89EAF}"/>
          </ac:picMkLst>
        </pc:picChg>
      </pc:sldChg>
      <pc:sldChg chg="modSp mod">
        <pc:chgData name="J B" userId="17e3e34e62c482a4" providerId="LiveId" clId="{528C3BD9-52A2-4CD3-B069-DC861F0363D7}" dt="2025-11-18T15:22:41.315" v="5" actId="2711"/>
        <pc:sldMkLst>
          <pc:docMk/>
          <pc:sldMk cId="0" sldId="257"/>
        </pc:sldMkLst>
        <pc:spChg chg="mod">
          <ac:chgData name="J B" userId="17e3e34e62c482a4" providerId="LiveId" clId="{528C3BD9-52A2-4CD3-B069-DC861F0363D7}" dt="2025-11-18T15:22:34.543" v="4" actId="2711"/>
          <ac:spMkLst>
            <pc:docMk/>
            <pc:sldMk cId="0" sldId="257"/>
            <ac:spMk id="2" creationId="{00000000-0000-0000-0000-000000000000}"/>
          </ac:spMkLst>
        </pc:spChg>
        <pc:spChg chg="mod">
          <ac:chgData name="J B" userId="17e3e34e62c482a4" providerId="LiveId" clId="{528C3BD9-52A2-4CD3-B069-DC861F0363D7}" dt="2025-11-18T15:22:41.315" v="5" actId="2711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J B" userId="17e3e34e62c482a4" providerId="LiveId" clId="{528C3BD9-52A2-4CD3-B069-DC861F0363D7}" dt="2025-11-18T15:23:01.319" v="7" actId="2711"/>
        <pc:sldMkLst>
          <pc:docMk/>
          <pc:sldMk cId="0" sldId="258"/>
        </pc:sldMkLst>
        <pc:spChg chg="mod">
          <ac:chgData name="J B" userId="17e3e34e62c482a4" providerId="LiveId" clId="{528C3BD9-52A2-4CD3-B069-DC861F0363D7}" dt="2025-11-18T15:22:54.953" v="6" actId="2711"/>
          <ac:spMkLst>
            <pc:docMk/>
            <pc:sldMk cId="0" sldId="258"/>
            <ac:spMk id="2" creationId="{00000000-0000-0000-0000-000000000000}"/>
          </ac:spMkLst>
        </pc:spChg>
        <pc:spChg chg="mod">
          <ac:chgData name="J B" userId="17e3e34e62c482a4" providerId="LiveId" clId="{528C3BD9-52A2-4CD3-B069-DC861F0363D7}" dt="2025-11-18T15:23:01.319" v="7" actId="2711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mod setBg">
        <pc:chgData name="J B" userId="17e3e34e62c482a4" providerId="LiveId" clId="{528C3BD9-52A2-4CD3-B069-DC861F0363D7}" dt="2025-11-18T15:32:12.406" v="55" actId="1076"/>
        <pc:sldMkLst>
          <pc:docMk/>
          <pc:sldMk cId="0" sldId="259"/>
        </pc:sldMkLst>
        <pc:spChg chg="mod">
          <ac:chgData name="J B" userId="17e3e34e62c482a4" providerId="LiveId" clId="{528C3BD9-52A2-4CD3-B069-DC861F0363D7}" dt="2025-11-18T15:31:47.554" v="50" actId="26606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J B" userId="17e3e34e62c482a4" providerId="LiveId" clId="{528C3BD9-52A2-4CD3-B069-DC861F0363D7}" dt="2025-11-18T15:31:57.335" v="51" actId="14100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J B" userId="17e3e34e62c482a4" providerId="LiveId" clId="{528C3BD9-52A2-4CD3-B069-DC861F0363D7}" dt="2025-11-18T15:31:44.313" v="48" actId="26606"/>
          <ac:spMkLst>
            <pc:docMk/>
            <pc:sldMk cId="0" sldId="259"/>
            <ac:spMk id="10" creationId="{2EB492CD-616E-47F8-933B-5E2D952A0593}"/>
          </ac:spMkLst>
        </pc:spChg>
        <pc:spChg chg="add del">
          <ac:chgData name="J B" userId="17e3e34e62c482a4" providerId="LiveId" clId="{528C3BD9-52A2-4CD3-B069-DC861F0363D7}" dt="2025-11-18T15:31:44.313" v="48" actId="26606"/>
          <ac:spMkLst>
            <pc:docMk/>
            <pc:sldMk cId="0" sldId="259"/>
            <ac:spMk id="12" creationId="{59383CF9-23B5-4335-9B21-1791C4CF1C75}"/>
          </ac:spMkLst>
        </pc:spChg>
        <pc:spChg chg="add del">
          <ac:chgData name="J B" userId="17e3e34e62c482a4" providerId="LiveId" clId="{528C3BD9-52A2-4CD3-B069-DC861F0363D7}" dt="2025-11-18T15:31:44.313" v="48" actId="26606"/>
          <ac:spMkLst>
            <pc:docMk/>
            <pc:sldMk cId="0" sldId="259"/>
            <ac:spMk id="14" creationId="{0007FE00-9498-4706-B255-6437B0252C02}"/>
          </ac:spMkLst>
        </pc:spChg>
        <pc:spChg chg="add del">
          <ac:chgData name="J B" userId="17e3e34e62c482a4" providerId="LiveId" clId="{528C3BD9-52A2-4CD3-B069-DC861F0363D7}" dt="2025-11-18T15:31:47.554" v="50" actId="26606"/>
          <ac:spMkLst>
            <pc:docMk/>
            <pc:sldMk cId="0" sldId="259"/>
            <ac:spMk id="16" creationId="{45D37F4E-DDB4-456B-97E0-9937730A039F}"/>
          </ac:spMkLst>
        </pc:spChg>
        <pc:spChg chg="add del">
          <ac:chgData name="J B" userId="17e3e34e62c482a4" providerId="LiveId" clId="{528C3BD9-52A2-4CD3-B069-DC861F0363D7}" dt="2025-11-18T15:31:47.554" v="50" actId="26606"/>
          <ac:spMkLst>
            <pc:docMk/>
            <pc:sldMk cId="0" sldId="259"/>
            <ac:spMk id="17" creationId="{B2DD41CD-8F47-4F56-AD12-4E2FF7696987}"/>
          </ac:spMkLst>
        </pc:spChg>
        <pc:picChg chg="add mod">
          <ac:chgData name="J B" userId="17e3e34e62c482a4" providerId="LiveId" clId="{528C3BD9-52A2-4CD3-B069-DC861F0363D7}" dt="2025-11-18T15:32:12.406" v="55" actId="1076"/>
          <ac:picMkLst>
            <pc:docMk/>
            <pc:sldMk cId="0" sldId="259"/>
            <ac:picMk id="5" creationId="{B915B90A-C656-85F6-365D-3F225B9420E7}"/>
          </ac:picMkLst>
        </pc:picChg>
      </pc:sldChg>
      <pc:sldChg chg="modSp mod">
        <pc:chgData name="J B" userId="17e3e34e62c482a4" providerId="LiveId" clId="{528C3BD9-52A2-4CD3-B069-DC861F0363D7}" dt="2025-11-18T15:24:12.897" v="12" actId="27636"/>
        <pc:sldMkLst>
          <pc:docMk/>
          <pc:sldMk cId="0" sldId="260"/>
        </pc:sldMkLst>
        <pc:spChg chg="mod">
          <ac:chgData name="J B" userId="17e3e34e62c482a4" providerId="LiveId" clId="{528C3BD9-52A2-4CD3-B069-DC861F0363D7}" dt="2025-11-18T15:24:12.897" v="12" actId="27636"/>
          <ac:spMkLst>
            <pc:docMk/>
            <pc:sldMk cId="0" sldId="260"/>
            <ac:spMk id="2" creationId="{00000000-0000-0000-0000-000000000000}"/>
          </ac:spMkLst>
        </pc:spChg>
        <pc:spChg chg="mod">
          <ac:chgData name="J B" userId="17e3e34e62c482a4" providerId="LiveId" clId="{528C3BD9-52A2-4CD3-B069-DC861F0363D7}" dt="2025-11-18T15:23:48.145" v="10" actId="2711"/>
          <ac:spMkLst>
            <pc:docMk/>
            <pc:sldMk cId="0" sldId="260"/>
            <ac:spMk id="3" creationId="{00000000-0000-0000-0000-000000000000}"/>
          </ac:spMkLst>
        </pc:spChg>
      </pc:sldChg>
      <pc:sldChg chg="addSp modSp mod">
        <pc:chgData name="J B" userId="17e3e34e62c482a4" providerId="LiveId" clId="{528C3BD9-52A2-4CD3-B069-DC861F0363D7}" dt="2025-11-18T15:35:43.622" v="78" actId="1076"/>
        <pc:sldMkLst>
          <pc:docMk/>
          <pc:sldMk cId="0" sldId="261"/>
        </pc:sldMkLst>
        <pc:spChg chg="mod">
          <ac:chgData name="J B" userId="17e3e34e62c482a4" providerId="LiveId" clId="{528C3BD9-52A2-4CD3-B069-DC861F0363D7}" dt="2025-11-18T15:24:36.791" v="13" actId="2711"/>
          <ac:spMkLst>
            <pc:docMk/>
            <pc:sldMk cId="0" sldId="261"/>
            <ac:spMk id="2" creationId="{00000000-0000-0000-0000-000000000000}"/>
          </ac:spMkLst>
        </pc:spChg>
        <pc:spChg chg="mod">
          <ac:chgData name="J B" userId="17e3e34e62c482a4" providerId="LiveId" clId="{528C3BD9-52A2-4CD3-B069-DC861F0363D7}" dt="2025-11-18T15:35:43.622" v="78" actId="1076"/>
          <ac:spMkLst>
            <pc:docMk/>
            <pc:sldMk cId="0" sldId="261"/>
            <ac:spMk id="3" creationId="{00000000-0000-0000-0000-000000000000}"/>
          </ac:spMkLst>
        </pc:spChg>
        <pc:picChg chg="add mod">
          <ac:chgData name="J B" userId="17e3e34e62c482a4" providerId="LiveId" clId="{528C3BD9-52A2-4CD3-B069-DC861F0363D7}" dt="2025-11-18T15:35:36.389" v="76" actId="14100"/>
          <ac:picMkLst>
            <pc:docMk/>
            <pc:sldMk cId="0" sldId="261"/>
            <ac:picMk id="4" creationId="{3EA996EF-EE51-A7EA-F5B5-894F2095B9DE}"/>
          </ac:picMkLst>
        </pc:picChg>
      </pc:sldChg>
      <pc:sldChg chg="modSp mod">
        <pc:chgData name="J B" userId="17e3e34e62c482a4" providerId="LiveId" clId="{528C3BD9-52A2-4CD3-B069-DC861F0363D7}" dt="2025-11-18T15:24:55.220" v="17" actId="2711"/>
        <pc:sldMkLst>
          <pc:docMk/>
          <pc:sldMk cId="0" sldId="262"/>
        </pc:sldMkLst>
        <pc:spChg chg="mod">
          <ac:chgData name="J B" userId="17e3e34e62c482a4" providerId="LiveId" clId="{528C3BD9-52A2-4CD3-B069-DC861F0363D7}" dt="2025-11-18T15:24:48.548" v="16" actId="27636"/>
          <ac:spMkLst>
            <pc:docMk/>
            <pc:sldMk cId="0" sldId="262"/>
            <ac:spMk id="2" creationId="{00000000-0000-0000-0000-000000000000}"/>
          </ac:spMkLst>
        </pc:spChg>
        <pc:spChg chg="mod">
          <ac:chgData name="J B" userId="17e3e34e62c482a4" providerId="LiveId" clId="{528C3BD9-52A2-4CD3-B069-DC861F0363D7}" dt="2025-11-18T15:24:55.220" v="17" actId="2711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J B" userId="17e3e34e62c482a4" providerId="LiveId" clId="{528C3BD9-52A2-4CD3-B069-DC861F0363D7}" dt="2025-11-18T15:32:50.213" v="57" actId="2711"/>
        <pc:sldMkLst>
          <pc:docMk/>
          <pc:sldMk cId="0" sldId="263"/>
        </pc:sldMkLst>
        <pc:spChg chg="mod">
          <ac:chgData name="J B" userId="17e3e34e62c482a4" providerId="LiveId" clId="{528C3BD9-52A2-4CD3-B069-DC861F0363D7}" dt="2025-11-18T15:32:45.043" v="56" actId="2711"/>
          <ac:spMkLst>
            <pc:docMk/>
            <pc:sldMk cId="0" sldId="263"/>
            <ac:spMk id="2" creationId="{00000000-0000-0000-0000-000000000000}"/>
          </ac:spMkLst>
        </pc:spChg>
        <pc:spChg chg="mod">
          <ac:chgData name="J B" userId="17e3e34e62c482a4" providerId="LiveId" clId="{528C3BD9-52A2-4CD3-B069-DC861F0363D7}" dt="2025-11-18T15:32:50.213" v="57" actId="2711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J B" userId="17e3e34e62c482a4" providerId="LiveId" clId="{528C3BD9-52A2-4CD3-B069-DC861F0363D7}" dt="2025-11-18T15:33:04.087" v="59" actId="2711"/>
        <pc:sldMkLst>
          <pc:docMk/>
          <pc:sldMk cId="0" sldId="264"/>
        </pc:sldMkLst>
        <pc:spChg chg="mod">
          <ac:chgData name="J B" userId="17e3e34e62c482a4" providerId="LiveId" clId="{528C3BD9-52A2-4CD3-B069-DC861F0363D7}" dt="2025-11-18T15:32:57.408" v="58" actId="2711"/>
          <ac:spMkLst>
            <pc:docMk/>
            <pc:sldMk cId="0" sldId="264"/>
            <ac:spMk id="2" creationId="{00000000-0000-0000-0000-000000000000}"/>
          </ac:spMkLst>
        </pc:spChg>
        <pc:spChg chg="mod">
          <ac:chgData name="J B" userId="17e3e34e62c482a4" providerId="LiveId" clId="{528C3BD9-52A2-4CD3-B069-DC861F0363D7}" dt="2025-11-18T15:33:04.087" v="59" actId="2711"/>
          <ac:spMkLst>
            <pc:docMk/>
            <pc:sldMk cId="0" sldId="264"/>
            <ac:spMk id="3" creationId="{00000000-0000-0000-0000-000000000000}"/>
          </ac:spMkLst>
        </pc:spChg>
      </pc:sldChg>
      <pc:sldChg chg="addSp modSp mod">
        <pc:chgData name="J B" userId="17e3e34e62c482a4" providerId="LiveId" clId="{528C3BD9-52A2-4CD3-B069-DC861F0363D7}" dt="2025-11-18T15:45:00.254" v="202" actId="20577"/>
        <pc:sldMkLst>
          <pc:docMk/>
          <pc:sldMk cId="0" sldId="265"/>
        </pc:sldMkLst>
        <pc:spChg chg="mod">
          <ac:chgData name="J B" userId="17e3e34e62c482a4" providerId="LiveId" clId="{528C3BD9-52A2-4CD3-B069-DC861F0363D7}" dt="2025-11-18T15:33:13.491" v="60" actId="2711"/>
          <ac:spMkLst>
            <pc:docMk/>
            <pc:sldMk cId="0" sldId="265"/>
            <ac:spMk id="2" creationId="{00000000-0000-0000-0000-000000000000}"/>
          </ac:spMkLst>
        </pc:spChg>
        <pc:spChg chg="mod">
          <ac:chgData name="J B" userId="17e3e34e62c482a4" providerId="LiveId" clId="{528C3BD9-52A2-4CD3-B069-DC861F0363D7}" dt="2025-11-18T15:33:19.206" v="61" actId="2711"/>
          <ac:spMkLst>
            <pc:docMk/>
            <pc:sldMk cId="0" sldId="265"/>
            <ac:spMk id="3" creationId="{00000000-0000-0000-0000-000000000000}"/>
          </ac:spMkLst>
        </pc:spChg>
        <pc:spChg chg="add mod">
          <ac:chgData name="J B" userId="17e3e34e62c482a4" providerId="LiveId" clId="{528C3BD9-52A2-4CD3-B069-DC861F0363D7}" dt="2025-11-18T15:45:00.254" v="202" actId="20577"/>
          <ac:spMkLst>
            <pc:docMk/>
            <pc:sldMk cId="0" sldId="265"/>
            <ac:spMk id="4" creationId="{EBA32845-0C3C-5187-2718-7F49CF3E493C}"/>
          </ac:spMkLst>
        </pc:spChg>
      </pc:sldChg>
      <pc:sldChg chg="addSp modSp mod">
        <pc:chgData name="J B" userId="17e3e34e62c482a4" providerId="LiveId" clId="{528C3BD9-52A2-4CD3-B069-DC861F0363D7}" dt="2025-11-18T15:42:20.168" v="139" actId="20577"/>
        <pc:sldMkLst>
          <pc:docMk/>
          <pc:sldMk cId="0" sldId="266"/>
        </pc:sldMkLst>
        <pc:spChg chg="mod">
          <ac:chgData name="J B" userId="17e3e34e62c482a4" providerId="LiveId" clId="{528C3BD9-52A2-4CD3-B069-DC861F0363D7}" dt="2025-11-18T15:33:26.875" v="62" actId="2711"/>
          <ac:spMkLst>
            <pc:docMk/>
            <pc:sldMk cId="0" sldId="266"/>
            <ac:spMk id="2" creationId="{00000000-0000-0000-0000-000000000000}"/>
          </ac:spMkLst>
        </pc:spChg>
        <pc:spChg chg="mod">
          <ac:chgData name="J B" userId="17e3e34e62c482a4" providerId="LiveId" clId="{528C3BD9-52A2-4CD3-B069-DC861F0363D7}" dt="2025-11-18T15:33:33.165" v="63" actId="2711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J B" userId="17e3e34e62c482a4" providerId="LiveId" clId="{528C3BD9-52A2-4CD3-B069-DC861F0363D7}" dt="2025-11-18T15:42:20.168" v="139" actId="20577"/>
          <ac:spMkLst>
            <pc:docMk/>
            <pc:sldMk cId="0" sldId="266"/>
            <ac:spMk id="4" creationId="{02095A76-014F-7E44-F523-E35971E932C6}"/>
          </ac:spMkLst>
        </pc:spChg>
      </pc:sldChg>
      <pc:sldChg chg="modSp mod">
        <pc:chgData name="J B" userId="17e3e34e62c482a4" providerId="LiveId" clId="{528C3BD9-52A2-4CD3-B069-DC861F0363D7}" dt="2025-11-18T15:33:49.295" v="65" actId="2711"/>
        <pc:sldMkLst>
          <pc:docMk/>
          <pc:sldMk cId="0" sldId="267"/>
        </pc:sldMkLst>
        <pc:spChg chg="mod">
          <ac:chgData name="J B" userId="17e3e34e62c482a4" providerId="LiveId" clId="{528C3BD9-52A2-4CD3-B069-DC861F0363D7}" dt="2025-11-18T15:33:43.283" v="64" actId="2711"/>
          <ac:spMkLst>
            <pc:docMk/>
            <pc:sldMk cId="0" sldId="267"/>
            <ac:spMk id="2" creationId="{00000000-0000-0000-0000-000000000000}"/>
          </ac:spMkLst>
        </pc:spChg>
        <pc:spChg chg="mod">
          <ac:chgData name="J B" userId="17e3e34e62c482a4" providerId="LiveId" clId="{528C3BD9-52A2-4CD3-B069-DC861F0363D7}" dt="2025-11-18T15:33:49.295" v="65" actId="2711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9200"/>
            <a:ext cx="7772400" cy="1470025"/>
          </a:xfrm>
        </p:spPr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Kurzanleitung</a:t>
            </a:r>
            <a:endParaRPr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VDE-</a:t>
            </a:r>
            <a:r>
              <a:rPr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Messung</a:t>
            </a:r>
            <a:r>
              <a:rPr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</a:t>
            </a:r>
            <a:r>
              <a:rPr dirty="0" err="1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nach</a:t>
            </a:r>
            <a:r>
              <a:rPr dirty="0">
                <a:solidFill>
                  <a:schemeClr val="bg1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DIN VDE 0100-600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92476"/>
            <a:ext cx="6400800" cy="1752600"/>
          </a:xfrm>
        </p:spPr>
        <p:txBody>
          <a:bodyPr/>
          <a:lstStyle/>
          <a:p>
            <a:pPr>
              <a:defRPr sz="2000">
                <a:solidFill>
                  <a:srgbClr val="C8DC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Schritt-für-Schritt für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Elektrofachkräfte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5" name="Grafik 4" descr="Ein Bild, das Text, Elektronik, Elektronisches Gerät, Uhr enthält.&#10;&#10;KI-generierte Inhalte können fehlerhaft sein.">
            <a:extLst>
              <a:ext uri="{FF2B5EF4-FFF2-40B4-BE49-F238E27FC236}">
                <a16:creationId xmlns:a16="http://schemas.microsoft.com/office/drawing/2014/main" id="{ACF06780-1665-4D26-AE0E-5012E32628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3" y="4188925"/>
            <a:ext cx="3959566" cy="2046410"/>
          </a:xfrm>
          <a:prstGeom prst="rect">
            <a:avLst/>
          </a:prstGeom>
        </p:spPr>
      </p:pic>
      <p:pic>
        <p:nvPicPr>
          <p:cNvPr id="7" name="Grafik 6" descr="Ein Bild, das Text, Elektronik, Elektronisches Gerät, Messinstrument enthält.&#10;&#10;KI-generierte Inhalte können fehlerhaft sein.">
            <a:extLst>
              <a:ext uri="{FF2B5EF4-FFF2-40B4-BE49-F238E27FC236}">
                <a16:creationId xmlns:a16="http://schemas.microsoft.com/office/drawing/2014/main" id="{9874A8FC-DDD4-1556-7604-B53C32E89E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579" y="4335829"/>
            <a:ext cx="3839621" cy="17526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50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Normgrundlagen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Überblick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DIN VDE 0100-600 –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Erstprüfung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von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Niederspannungsanlagen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lvl="1">
              <a:defRPr sz="2000">
                <a:solidFill>
                  <a:srgbClr val="E6F0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Gilt für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neue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und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wesentlich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geänderte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Anlagen</a:t>
            </a:r>
          </a:p>
          <a:p>
            <a:pPr lvl="1">
              <a:defRPr sz="2000">
                <a:solidFill>
                  <a:srgbClr val="E6F0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Ziel: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Wirksamkeit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der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Schutzmaßnahmen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nachweisen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lvl="1">
              <a:defRPr sz="2000">
                <a:solidFill>
                  <a:srgbClr val="E6F0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Prüfung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Inbetriebnahme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zwingend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erforderlich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lvl="1">
              <a:defRPr sz="2000">
                <a:solidFill>
                  <a:srgbClr val="E6F0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Reihenfolge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Besichtigen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→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Erproben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→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Messen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→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Dokumentieren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2.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Ablauf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–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Kurzanleitung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200" b="1">
                <a:solidFill>
                  <a:srgbClr val="FFFF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 Anlage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spannungsfrei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schalten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(5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Sicherheitsregeln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  <a:p>
            <a:pPr lvl="1">
              <a:defRPr sz="2000" b="0">
                <a:solidFill>
                  <a:srgbClr val="FFFF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2.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Besichtigen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Sichtprüfung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der Anlage</a:t>
            </a:r>
          </a:p>
          <a:p>
            <a:pPr lvl="1">
              <a:defRPr sz="2000" b="0">
                <a:solidFill>
                  <a:srgbClr val="FFFF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Erproben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Funktionsprüfungen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(z. B. RCD-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Testtaste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  <a:p>
            <a:pPr lvl="1">
              <a:defRPr sz="2000" b="0">
                <a:solidFill>
                  <a:srgbClr val="FFFF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Messen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Schutzleiter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Isolationswiderstand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Schleifenimpedanz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RCD</a:t>
            </a:r>
          </a:p>
          <a:p>
            <a:pPr lvl="1">
              <a:defRPr sz="2000" b="0">
                <a:solidFill>
                  <a:srgbClr val="FFFF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5.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Dokumentieren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Messwerte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&amp;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Bewertung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festhalten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5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de-DE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 Besichtigen – Checkliste</a:t>
            </a:r>
            <a:endParaRPr lang="de-DE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14646" cy="4525963"/>
          </a:xfrm>
        </p:spPr>
        <p:txBody>
          <a:bodyPr/>
          <a:lstStyle/>
          <a:p>
            <a:pPr>
              <a:defRPr sz="2200" b="1">
                <a:solidFill>
                  <a:srgbClr val="E6FFE6"/>
                </a:solidFill>
              </a:defRPr>
            </a:pPr>
            <a:r>
              <a:rPr lang="de-D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Prüfen – typischer Schnellcheck:</a:t>
            </a:r>
          </a:p>
          <a:p>
            <a:pPr lvl="1">
              <a:defRPr sz="2000">
                <a:solidFill>
                  <a:srgbClr val="DCFADC"/>
                </a:solidFill>
              </a:defRPr>
            </a:pPr>
            <a:r>
              <a:rPr lang="de-D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☑ Stimmt die Anlage mit Plan/Unterlagen überein?</a:t>
            </a:r>
          </a:p>
          <a:p>
            <a:pPr lvl="1">
              <a:defRPr sz="2000">
                <a:solidFill>
                  <a:srgbClr val="DCFADC"/>
                </a:solidFill>
              </a:defRPr>
            </a:pPr>
            <a:r>
              <a:rPr lang="de-D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☑ Sind PE- und N-Leiter eindeutig und korrekt gekennzeichnet?</a:t>
            </a:r>
          </a:p>
          <a:p>
            <a:pPr lvl="1">
              <a:defRPr sz="2000">
                <a:solidFill>
                  <a:srgbClr val="DCFADC"/>
                </a:solidFill>
              </a:defRPr>
            </a:pPr>
            <a:r>
              <a:rPr lang="de-D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☑ Sind </a:t>
            </a:r>
            <a:r>
              <a:rPr lang="de-DE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Adernquerschnitte</a:t>
            </a:r>
            <a:r>
              <a:rPr lang="de-D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und Sicherungen passend?</a:t>
            </a:r>
          </a:p>
          <a:p>
            <a:pPr lvl="1">
              <a:defRPr sz="2000">
                <a:solidFill>
                  <a:srgbClr val="DCFADC"/>
                </a:solidFill>
              </a:defRPr>
            </a:pPr>
            <a:r>
              <a:rPr lang="de-D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☑ Sind Klemmen, Gehäuse und Leitungen unbeschädigt?</a:t>
            </a:r>
          </a:p>
          <a:p>
            <a:pPr lvl="1">
              <a:defRPr sz="2000">
                <a:solidFill>
                  <a:srgbClr val="DCFADC"/>
                </a:solidFill>
              </a:defRPr>
            </a:pPr>
            <a:r>
              <a:rPr lang="de-D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☑ Sind Schutzeinrichtungen (RCD/LS) korrekt beschriftet?</a:t>
            </a:r>
          </a:p>
        </p:txBody>
      </p:sp>
      <p:pic>
        <p:nvPicPr>
          <p:cNvPr id="5" name="Grafik 4" descr="Ein Bild, das Entwurf, Clipart, Zeichnung, Cartoon enthält.&#10;&#10;KI-generierte Inhalte können fehlerhaft sein.">
            <a:extLst>
              <a:ext uri="{FF2B5EF4-FFF2-40B4-BE49-F238E27FC236}">
                <a16:creationId xmlns:a16="http://schemas.microsoft.com/office/drawing/2014/main" id="{B915B90A-C656-85F6-365D-3F225B942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6770" y="2250831"/>
            <a:ext cx="2689567" cy="300696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3C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Erproben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–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Funktionsprüfungen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F5E6FF"/>
                </a:solidFill>
              </a:defRPr>
            </a:pP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Typische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Kurzchecks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</a:t>
            </a:r>
          </a:p>
          <a:p>
            <a:pPr lvl="1">
              <a:defRPr sz="2000">
                <a:solidFill>
                  <a:srgbClr val="F0DC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RCD-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Testtaste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betätigen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–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löst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der RCD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aus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  <a:p>
            <a:pPr lvl="1">
              <a:defRPr sz="2000">
                <a:solidFill>
                  <a:srgbClr val="F0DC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Schaltfunktionen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prüfen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(Licht,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Steckdosen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Steuerungen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  <a:p>
            <a:pPr lvl="1">
              <a:defRPr sz="2000">
                <a:solidFill>
                  <a:srgbClr val="F0DC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Drehrichtung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von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Drehstrommotoren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prüfen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(falls relevant)</a:t>
            </a:r>
          </a:p>
          <a:p>
            <a:pPr lvl="1">
              <a:defRPr sz="2000">
                <a:solidFill>
                  <a:srgbClr val="F0DC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Not-Aus- und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Verriegelungsfunktionen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testen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(falls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vorhanden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5A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5.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Messen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–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Reihenfolge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5709139" cy="4525963"/>
          </a:xfrm>
        </p:spPr>
        <p:txBody>
          <a:bodyPr/>
          <a:lstStyle/>
          <a:p>
            <a:pPr>
              <a:defRPr sz="2200" b="1">
                <a:solidFill>
                  <a:srgbClr val="E6FFFF"/>
                </a:solidFill>
              </a:defRPr>
            </a:pP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Empfohlene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Messreihenfolge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</a:t>
            </a:r>
          </a:p>
          <a:p>
            <a:pPr lvl="1">
              <a:defRPr sz="2000">
                <a:solidFill>
                  <a:srgbClr val="DCF5F5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1.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Durchgängigkeit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Schutzleiter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(PE)</a:t>
            </a:r>
          </a:p>
          <a:p>
            <a:pPr lvl="1">
              <a:defRPr sz="2000">
                <a:solidFill>
                  <a:srgbClr val="DCF5F5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2.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Isolationswiderstand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lvl="1">
              <a:defRPr sz="2000">
                <a:solidFill>
                  <a:srgbClr val="DCF5F5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3.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Schleifenimpedanz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/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Netzinnenwiderstand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 lvl="1">
              <a:defRPr sz="2000">
                <a:solidFill>
                  <a:srgbClr val="DCF5F5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4. RCD-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Messung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Auslösezeit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/ -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strom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3EA996EF-EE51-A7EA-F5B5-894F2095B9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338" y="1600200"/>
            <a:ext cx="2643554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4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5.1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Durchgängigkeit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Schutzleiter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(PE)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>
                <a:solidFill>
                  <a:srgbClr val="E6FFF0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→ Ziel: Alle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berührbaren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leitfähigen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Teile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müssen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sicher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PE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verbunden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sein.</a:t>
            </a:r>
          </a:p>
          <a:p>
            <a:pPr lvl="1">
              <a:defRPr sz="2000">
                <a:solidFill>
                  <a:srgbClr val="E6FFF0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Messgerät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Niederohmmessgerät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(typ. 200 mA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Prüfstrom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).</a:t>
            </a:r>
          </a:p>
          <a:p>
            <a:pPr lvl="1">
              <a:defRPr sz="2000">
                <a:solidFill>
                  <a:srgbClr val="E6FFF0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Messung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Zwischen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PE-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Schiene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und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leitfähigem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Gehäuse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/Teil.</a:t>
            </a:r>
          </a:p>
          <a:p>
            <a:pPr lvl="1">
              <a:defRPr sz="2000">
                <a:solidFill>
                  <a:srgbClr val="E6FFF0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Bewertung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Möglichst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geringer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Widerstand,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Verbindungen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fest und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korrosionsfrei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14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5.2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Isolationswiderstand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>
                <a:solidFill>
                  <a:srgbClr val="FFE6F0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→ Ziel: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Nachweis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ausreichender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Isolation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zwischen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aktiven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Leitern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und PE.</a:t>
            </a:r>
          </a:p>
          <a:p>
            <a:pPr lvl="1">
              <a:defRPr sz="2000">
                <a:solidFill>
                  <a:srgbClr val="FFE6F0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Messgerät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Isolationsmessgerät (z. B. 500 V DC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bei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Anlagen ≤ 500 V).</a:t>
            </a:r>
          </a:p>
          <a:p>
            <a:pPr lvl="1">
              <a:defRPr sz="2000">
                <a:solidFill>
                  <a:srgbClr val="FFE6F0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Vorbereitung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Anlage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spannungsfrei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Verbraucher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ggf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abklemmen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Elektronik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schützen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lvl="1">
              <a:defRPr sz="2000">
                <a:solidFill>
                  <a:srgbClr val="FFE6F0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Messung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Leiter (L/N)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gegen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PE je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Stromkreis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lvl="1">
              <a:defRPr sz="2000">
                <a:solidFill>
                  <a:srgbClr val="FFE6F0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Richtwert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Je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nach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Anlagentyp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–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Richtwert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meist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≥ 1 MΩ (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siehe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Norm/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Hersteller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C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5.3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Schleifenimpedanz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/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Netzinnenwiderstand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>
                <a:solidFill>
                  <a:srgbClr val="E6F0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→ Ziel: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Sicherstellen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dass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bei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Fehler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ausreichend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Fehlerstrom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fließt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lvl="1">
              <a:defRPr sz="2000">
                <a:solidFill>
                  <a:srgbClr val="E6F0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Messgerät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Schleifenimpedanzmesser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lvl="1">
              <a:defRPr sz="2000">
                <a:solidFill>
                  <a:srgbClr val="E6F0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Messung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Im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betriebsbereiten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Zustand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an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Steckdosen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/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Anschlusspunkten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(L–PE,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ggf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 L–N).</a:t>
            </a:r>
          </a:p>
          <a:p>
            <a:pPr lvl="1">
              <a:defRPr sz="2000">
                <a:solidFill>
                  <a:srgbClr val="E6F0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Ergebnis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Ik (Kurzschlussstrom)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ermitteln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und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erforderlichem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Auslösestrom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vergleichen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lvl="1">
              <a:defRPr sz="2000">
                <a:solidFill>
                  <a:srgbClr val="E6F0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Hinweis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Bei RCD-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geschützten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Stromkreisen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Prüfverfahren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des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Herstellers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beachten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01E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5.4 RCD (FI) –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Messung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>
                <a:solidFill>
                  <a:srgbClr val="F5EB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→ Ziel: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Wirksamkeit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des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Fehlerstromschutzes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nachweisen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lvl="1">
              <a:defRPr sz="2000">
                <a:solidFill>
                  <a:srgbClr val="F5EB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Messgerät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RCD-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Prüfgerät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lvl="1">
              <a:defRPr sz="2000">
                <a:solidFill>
                  <a:srgbClr val="F5EB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Messgrößen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Auslösezeit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Auslösestrom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ggf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Berührungsspannung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 lvl="1">
              <a:defRPr sz="2000">
                <a:solidFill>
                  <a:srgbClr val="F5EB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Prüfung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Messungen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mit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0,5·IΔn, 1·IΔn, 5·IΔn (je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nach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Norm/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Hersteller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).</a:t>
            </a:r>
          </a:p>
          <a:p>
            <a:pPr lvl="1">
              <a:defRPr sz="2000">
                <a:solidFill>
                  <a:srgbClr val="F5EB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Hinweis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Nacheinander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alle RCD-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geschützten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Stromkreise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prüfen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und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protokollieren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</p:txBody>
      </p:sp>
      <p:sp>
        <p:nvSpPr>
          <p:cNvPr id="4" name="Explosion: 8 Zacken 3">
            <a:extLst>
              <a:ext uri="{FF2B5EF4-FFF2-40B4-BE49-F238E27FC236}">
                <a16:creationId xmlns:a16="http://schemas.microsoft.com/office/drawing/2014/main" id="{EBA32845-0C3C-5187-2718-7F49CF3E493C}"/>
              </a:ext>
            </a:extLst>
          </p:cNvPr>
          <p:cNvSpPr/>
          <p:nvPr/>
        </p:nvSpPr>
        <p:spPr>
          <a:xfrm>
            <a:off x="1746739" y="4853354"/>
            <a:ext cx="5427784" cy="1730008"/>
          </a:xfrm>
          <a:prstGeom prst="irregularSeal1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2">
                    <a:lumMod val="50000"/>
                  </a:schemeClr>
                </a:solidFill>
                <a:latin typeface="Baguet Script" panose="00000500000000000000" pitchFamily="2" charset="0"/>
              </a:rPr>
              <a:t>Ein funktionierender RCD rettet Menschenleben!!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466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6.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Dokumentation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– Was muss ins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Protokoll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>
                <a:solidFill>
                  <a:srgbClr val="E6F5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Anlagenangaben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(Ort,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Betreiber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Anlagenteile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/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Stromkreise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  <a:p>
            <a:pPr>
              <a:defRPr sz="2000">
                <a:solidFill>
                  <a:srgbClr val="E6F5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Datum der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Prüfung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Prüfer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(Name,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Unterschrift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  <a:p>
            <a:pPr>
              <a:defRPr sz="2000">
                <a:solidFill>
                  <a:srgbClr val="E6F5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Verwendete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Messgeräte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(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Typ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Seriennummer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Kalibrierstatus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)</a:t>
            </a:r>
          </a:p>
          <a:p>
            <a:pPr>
              <a:defRPr sz="2000">
                <a:solidFill>
                  <a:srgbClr val="E6F5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Messwerte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aller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durchgeführten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Prüfungen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pPr>
              <a:defRPr sz="2000">
                <a:solidFill>
                  <a:srgbClr val="E6F5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Bewertung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je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Stromkreis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: „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bestanden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 / „nicht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bestanden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“</a:t>
            </a:r>
          </a:p>
          <a:p>
            <a:pPr>
              <a:defRPr sz="2000">
                <a:solidFill>
                  <a:srgbClr val="E6F5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•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Hinweise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auf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festgestellte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Mängel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und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empfohlene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Maßnahmen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" name="Explosion: 14 Zacken 3">
            <a:extLst>
              <a:ext uri="{FF2B5EF4-FFF2-40B4-BE49-F238E27FC236}">
                <a16:creationId xmlns:a16="http://schemas.microsoft.com/office/drawing/2014/main" id="{02095A76-014F-7E44-F523-E35971E932C6}"/>
              </a:ext>
            </a:extLst>
          </p:cNvPr>
          <p:cNvSpPr/>
          <p:nvPr/>
        </p:nvSpPr>
        <p:spPr>
          <a:xfrm>
            <a:off x="2461845" y="4466492"/>
            <a:ext cx="6060832" cy="1964470"/>
          </a:xfrm>
          <a:prstGeom prst="irregularSeal2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2">
                    <a:lumMod val="50000"/>
                  </a:schemeClr>
                </a:solidFill>
                <a:latin typeface="Baguet Script" panose="020F0502020204030204" pitchFamily="2" charset="0"/>
              </a:rPr>
              <a:t>Eine Dokumentation ist deine Absicherung!!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7. Sicherheit &amp;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Verantwortung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–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Merksätze</a:t>
            </a:r>
            <a:endParaRPr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000">
                <a:solidFill>
                  <a:srgbClr val="FFE6E6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⚠ Nur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Elektrofachkräfte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oder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unter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deren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Leitung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dürfen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die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Prüfungen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durchführen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>
              <a:defRPr sz="2000">
                <a:solidFill>
                  <a:srgbClr val="FFE6E6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⚠ Immer die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fünf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Sicherheitsregeln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einhalten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>
              <a:defRPr sz="2000">
                <a:solidFill>
                  <a:srgbClr val="FFE6E6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⚠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Gefährdungsbeurteilung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Beginn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der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Arbeiten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durchführen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pPr>
              <a:defRPr sz="2000">
                <a:solidFill>
                  <a:srgbClr val="FFE6E6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⚠ Keine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Kompromisse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bei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unklaren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oder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grenzwertigen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Messergebnissen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–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nacharbeiten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!</a:t>
            </a:r>
          </a:p>
          <a:p>
            <a:pPr>
              <a:defRPr sz="2000">
                <a:solidFill>
                  <a:srgbClr val="FFE6E6"/>
                </a:solidFill>
              </a:defRPr>
            </a:pP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⚠ Anlage erst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nach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vollständiger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Prüfung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und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Dokumentation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freigeben</a:t>
            </a:r>
            <a:r>
              <a:rPr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637</Words>
  <Application>Microsoft Office PowerPoint</Application>
  <PresentationFormat>Bildschirmpräsentation (4:3)</PresentationFormat>
  <Paragraphs>79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ADLaM Display</vt:lpstr>
      <vt:lpstr>Arial</vt:lpstr>
      <vt:lpstr>Baguet Script</vt:lpstr>
      <vt:lpstr>Calibri</vt:lpstr>
      <vt:lpstr>Office Theme</vt:lpstr>
      <vt:lpstr>Kurzanleitung VDE-Messung nach DIN VDE 0100-600</vt:lpstr>
      <vt:lpstr>1. Normgrundlagen (Überblick)</vt:lpstr>
      <vt:lpstr>2. Ablauf – Kurzanleitung</vt:lpstr>
      <vt:lpstr>3. Besichtigen – Checkliste</vt:lpstr>
      <vt:lpstr>4. Erproben – Funktionsprüfungen</vt:lpstr>
      <vt:lpstr>5. Messen – Reihenfolge</vt:lpstr>
      <vt:lpstr>5.1 Durchgängigkeit Schutzleiter (PE)</vt:lpstr>
      <vt:lpstr>5.2 Isolationswiderstand</vt:lpstr>
      <vt:lpstr>5.3 Schleifenimpedanz / Netzinnenwiderstand</vt:lpstr>
      <vt:lpstr>5.4 RCD (FI) – Messung</vt:lpstr>
      <vt:lpstr>6. Dokumentation – Was muss ins Protokoll?</vt:lpstr>
      <vt:lpstr>7. Sicherheit &amp; Verantwortung – Merksätze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 B</dc:creator>
  <cp:keywords/>
  <dc:description>generated using python-pptx</dc:description>
  <cp:lastModifiedBy>J B</cp:lastModifiedBy>
  <cp:revision>1</cp:revision>
  <dcterms:created xsi:type="dcterms:W3CDTF">2013-01-27T09:14:16Z</dcterms:created>
  <dcterms:modified xsi:type="dcterms:W3CDTF">2025-11-18T15:45:07Z</dcterms:modified>
  <cp:category/>
</cp:coreProperties>
</file>